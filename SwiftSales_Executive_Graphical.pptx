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A5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rporate_leadership_concept_17732175655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0"/>
            <a:ext cx="6858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6000" b="1">
                <a:solidFill>
                  <a:srgbClr val="FFFFFF"/>
                </a:solidFill>
              </a:defRPr>
            </a:pPr>
            <a:r>
              <a:t>SWIFTSALES</a:t>
            </a:r>
          </a:p>
          <a:p>
            <a:pPr>
              <a:defRPr sz="2800">
                <a:solidFill>
                  <a:srgbClr val="008080"/>
                </a:solidFill>
              </a:defRPr>
            </a:pPr>
            <a:r>
              <a:t>AI-POWERED PHARMA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OUR CORE MISSION</a:t>
            </a:r>
          </a:p>
        </p:txBody>
      </p:sp>
      <p:sp>
        <p:nvSpPr>
          <p:cNvPr id="4" name="Diamond 3"/>
          <p:cNvSpPr/>
          <p:nvPr/>
        </p:nvSpPr>
        <p:spPr>
          <a:xfrm>
            <a:off x="457200" y="2286000"/>
            <a:ext cx="2560320" cy="2560320"/>
          </a:xfrm>
          <a:prstGeom prst="diamond">
            <a:avLst/>
          </a:prstGeom>
          <a:solidFill>
            <a:srgbClr val="008080"/>
          </a:solidFill>
          <a:ln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INNOVATION</a:t>
            </a:r>
          </a:p>
        </p:txBody>
      </p:sp>
      <p:sp>
        <p:nvSpPr>
          <p:cNvPr id="6" name="Diamond 5"/>
          <p:cNvSpPr/>
          <p:nvPr/>
        </p:nvSpPr>
        <p:spPr>
          <a:xfrm>
            <a:off x="3383280" y="2286000"/>
            <a:ext cx="2560320" cy="2560320"/>
          </a:xfrm>
          <a:prstGeom prst="diamond">
            <a:avLst/>
          </a:prstGeom>
          <a:solidFill>
            <a:srgbClr val="008080"/>
          </a:solidFill>
          <a:ln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ACCESSIBILITY</a:t>
            </a:r>
          </a:p>
        </p:txBody>
      </p:sp>
      <p:sp>
        <p:nvSpPr>
          <p:cNvPr id="8" name="Diamond 7"/>
          <p:cNvSpPr/>
          <p:nvPr/>
        </p:nvSpPr>
        <p:spPr>
          <a:xfrm>
            <a:off x="6309360" y="2286000"/>
            <a:ext cx="2560320" cy="2560320"/>
          </a:xfrm>
          <a:prstGeom prst="diamond">
            <a:avLst/>
          </a:prstGeom>
          <a:solidFill>
            <a:srgbClr val="008080"/>
          </a:solidFill>
          <a:ln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2918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rporate_leadership_concept_17732175655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solidFill>
            <a:srgbClr val="1B3A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75488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"Building the future of Medicine through AI."</a:t>
            </a:r>
          </a:p>
          <a:p>
            <a:pPr algn="ctr">
              <a:defRPr sz="1800">
                <a:solidFill>
                  <a:srgbClr val="008080"/>
                </a:solidFill>
              </a:defRPr>
            </a:pPr>
            <a:r>
              <a:t>Malik Muhammad Ejaz, CEO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SWIFTBOT: REAL-TIME AI</a:t>
            </a:r>
          </a:p>
        </p:txBody>
      </p:sp>
      <p:pic>
        <p:nvPicPr>
          <p:cNvPr id="4" name="Picture 3" descr="swiftbot_whatsapp_mockup_17732175819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502920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1828800"/>
            <a:ext cx="1828800" cy="731520"/>
          </a:xfrm>
          <a:prstGeom prst="roundRect">
            <a:avLst/>
          </a:prstGeom>
          <a:solidFill>
            <a:srgbClr val="0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Instant 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1828800" cy="731520"/>
          </a:xfrm>
          <a:prstGeom prst="roundRect">
            <a:avLst/>
          </a:prstGeom>
          <a:solidFill>
            <a:srgbClr val="0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Fuzzy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1828800" cy="731520"/>
          </a:xfrm>
          <a:prstGeom prst="roundRect">
            <a:avLst/>
          </a:prstGeom>
          <a:solidFill>
            <a:srgbClr val="0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Fast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657600"/>
            <a:ext cx="1828800" cy="731520"/>
          </a:xfrm>
          <a:prstGeom prst="roundRect">
            <a:avLst/>
          </a:prstGeom>
          <a:solidFill>
            <a:srgbClr val="0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840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Local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rma_logistics_infographic_base_1773217597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1B3A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STRATEGIC GROWTH: NATIONAL REACH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