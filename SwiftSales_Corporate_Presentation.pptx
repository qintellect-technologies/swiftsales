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1B3A57"/>
                </a:solidFill>
              </a:defRPr>
            </a:pPr>
            <a:r>
              <a:t>SwiftSales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8080"/>
                </a:solidFill>
              </a:defRPr>
            </a:pPr>
            <a:r>
              <a:t>Empowering Healthcare Through Innovation &amp; Distribution</a:t>
            </a:r>
          </a:p>
          <a:p>
            <a:pPr>
              <a:defRPr sz="2400">
                <a:solidFill>
                  <a:srgbClr val="008080"/>
                </a:solidFill>
              </a:defRPr>
            </a:pPr>
            <a:r>
              <a:t>Pakistan's #1 AI-Powered Distribution Network</a:t>
            </a:r>
          </a:p>
          <a:p>
            <a:pPr>
              <a:defRPr sz="2400">
                <a:solidFill>
                  <a:srgbClr val="008080"/>
                </a:solidFill>
              </a:defRPr>
            </a:pPr>
          </a:p>
          <a:p>
            <a:pPr>
              <a:defRPr sz="2400">
                <a:solidFill>
                  <a:srgbClr val="008080"/>
                </a:solidFill>
              </a:defRPr>
            </a:pPr>
            <a:r>
              <a:t>Malik Muhammad Ejaz | CEO</a:t>
            </a:r>
          </a:p>
          <a:p>
            <a:pPr>
              <a:defRPr sz="2400">
                <a:solidFill>
                  <a:srgbClr val="008080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revolutionize pharmaceutical distribution through AI and digital accessibility.</a:t>
            </a:r>
          </a:p>
          <a:p>
            <a:r>
              <a:t>• Seamless access to 2,136+ pharmaceutical products.</a:t>
            </a:r>
          </a:p>
          <a:p>
            <a:r>
              <a:t>• Serving patients in remote districts via WhatsApp-first technology.</a:t>
            </a:r>
          </a:p>
          <a:p>
            <a:r>
              <a:t>• Creating 24/7 digital clinical support for our partners.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Leadership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Malik Muhammad Ejaz - Founder &amp; CEO</a:t>
            </a:r>
          </a:p>
          <a:p>
            <a:pPr>
              <a:defRPr i="1"/>
            </a:pPr>
            <a:r>
              <a:t>"Our vision is to bridge the gap between medicine and patients using state-of-the-art AI technology. We don't just deliver products; we deliver health and reliability."</a:t>
            </a:r>
          </a:p>
          <a:p>
            <a:r>
              <a:t>• 12+ years of industry excellence.</a:t>
            </a:r>
          </a:p>
          <a:p>
            <a:r>
              <a:t>• Commitment to transparent, data-driven partnerships.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Core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Integrity: Honesty in every transaction.</a:t>
            </a:r>
          </a:p>
          <a:p>
            <a:r>
              <a:t>Innovation: AI-driven solutions like SwiftBot.</a:t>
            </a:r>
          </a:p>
          <a:p>
            <a:r>
              <a:t>Reliability: Guaranteed stock and fast fulfillment.</a:t>
            </a:r>
          </a:p>
          <a:p>
            <a:r>
              <a:t>Partnership: Success built on mutual growth.</a:t>
            </a:r>
          </a:p>
          <a:p>
            <a:r>
              <a:t>Excellence: Highest standards in pharma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The Sole Distributor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relationships with 34+ top manufacturers.</a:t>
            </a:r>
          </a:p>
          <a:p>
            <a:r>
              <a:t>• Market dominance in key territories.</a:t>
            </a:r>
          </a:p>
          <a:p>
            <a:r>
              <a:t>• Competitive pricing and exclusive access.</a:t>
            </a:r>
          </a:p>
          <a:p>
            <a:r>
              <a:t>• End-to-end supply chain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Capabilities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Available: 2,136+ products in stock.</a:t>
            </a:r>
          </a:p>
          <a:p>
            <a:r>
              <a:t>• Rapid Fulfillment: Order to delivery &lt; 24 hours.</a:t>
            </a:r>
          </a:p>
          <a:p>
            <a:r>
              <a:t>• Efficient Logistics: Specialized cold-chain support.</a:t>
            </a:r>
          </a:p>
          <a:p>
            <a:r>
              <a:t>• Partner Support: Dedicated digital agents.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Innovation: AI-Based 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AI tracking for workforce efficiency.</a:t>
            </a:r>
          </a:p>
          <a:p>
            <a:r>
              <a:t>• Real-time workforce management dashboard.</a:t>
            </a:r>
          </a:p>
          <a:p>
            <a:r>
              <a:t>• Precision data-driven decision making.</a:t>
            </a:r>
          </a:p>
          <a:p>
            <a:r>
              <a:t>• significant reduction in operational overhead.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Introducing SwiftBot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world's first WhatsApp-first Pharma AI.</a:t>
            </a:r>
          </a:p>
          <a:p>
            <a:r>
              <a:t>• Powered by local OLLAMA AI (Private &amp; Fast).</a:t>
            </a:r>
          </a:p>
          <a:p>
            <a:r>
              <a:t>• Works on slow 3G/4G connections.</a:t>
            </a:r>
          </a:p>
          <a:p>
            <a:r>
              <a:t>• Zero app installation required for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SwiftBot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Ordering &amp; Q&amp;A.</a:t>
            </a:r>
          </a:p>
          <a:p>
            <a:r>
              <a:t>• Voice-like ordering: 'Add 5 Panadol'.</a:t>
            </a:r>
          </a:p>
          <a:p>
            <a:r>
              <a:t>• Instant stock validation in &lt; 20ms.</a:t>
            </a:r>
          </a:p>
          <a:p>
            <a:r>
              <a:t>• 24/7 customer support without human delays.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Capacity Building &amp; Trainings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Team Development Programs.</a:t>
            </a:r>
          </a:p>
          <a:p>
            <a:r>
              <a:t>• Partner training on AI Ordering Systems.</a:t>
            </a:r>
          </a:p>
          <a:p>
            <a:r>
              <a:t>• Skill-building workshops for digital adoption.</a:t>
            </a:r>
          </a:p>
          <a:p>
            <a:r>
              <a:t>• Culture of continuous operational improvement.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Future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Expansion &amp; Technology 2026 Roadmap.</a:t>
            </a:r>
          </a:p>
          <a:p>
            <a:r>
              <a:t>• National Market Expansion.</a:t>
            </a:r>
          </a:p>
          <a:p>
            <a:r>
              <a:t>• Urdu language support for SwiftBot.</a:t>
            </a:r>
          </a:p>
          <a:p>
            <a:r>
              <a:t>• AI-driven drug interaction checkers.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B3A57"/>
                </a:solidFill>
              </a:defRPr>
            </a:pPr>
            <a:r>
              <a:t>Partner With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Let's build the future of pharma distribution together.</a:t>
            </a:r>
          </a:p>
          <a:p>
            <a:r>
              <a:t>Contact Malik Muhammad Ejaz</a:t>
            </a:r>
          </a:p>
          <a:p>
            <a:r>
              <a:t>Phone: +92 321 7780623</a:t>
            </a:r>
          </a:p>
          <a:p>
            <a:r>
              <a:t>Email: swiftsales.healthcare@gmail.com</a:t>
            </a:r>
          </a:p>
          <a:p>
            <a:r>
              <a:t>Office: Sardar Colony, Rahim Yar Khan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